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151196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65760"/>
            <a:ext cx="9960559" cy="1438808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59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</a:rPr>
              <a:t>ADMINISTRATIVE MANAGEMENT COLLEGE  |  DEPARTMENT OF MCA  |  PROJECT EXPO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</a:rPr>
              <a:t>🛡️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0058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</a:rPr>
              <a:t>📡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0584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</a:rPr>
              <a:t>💻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0515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</a:rPr>
              <a:t>🔒 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59479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92F"/>
                </a:solidFill>
              </a:rPr>
              <a:t>CYBER THREAT INTELLIGENCE</a:t>
            </a:r>
          </a:p>
          <a:p>
            <a:pPr algn="ctr"/>
            <a:r>
              <a:rPr sz="1400" b="1">
                <a:solidFill>
                  <a:srgbClr val="0078D4"/>
                </a:solidFill>
              </a:rPr>
              <a:t>Automated NLP &amp; LLM Pipeline for Threat Extraction, MITRE ATT&amp;CK Mapping &amp; Knowledge Graphs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95947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</a:rPr>
              <a:t>Presenter: Siddaray Bhajabalakar  |  USN: P03AC24S126056  |  MCA Final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743200"/>
            <a:ext cx="6668719" cy="192024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1371600" cy="201168"/>
          </a:xfrm>
          <a:prstGeom prst="rect">
            <a:avLst/>
          </a:prstGeom>
          <a:solidFill>
            <a:srgbClr val="E2E8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880360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A3412"/>
                </a:solidFill>
              </a:rPr>
              <a:t>📌 PROBLEM STATEMENT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C1917"/>
                </a:solidFill>
              </a:rPr>
              <a:t>•  Unstructured Intelligence Overload: Analysts manually read hundreds of pages of raw threat reports.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C1917"/>
                </a:solidFill>
              </a:rPr>
              <a:t>•  Delayed Threat Detection: Manual extraction of IPs, Hashes, and CVEs causes critical lag in SOC response.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C1917"/>
                </a:solidFill>
              </a:rPr>
              <a:t>•  Disconnected Threat Context: Isolated indicators lack correlation to Threat Actors, TTPs, and Malware.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C1917"/>
                </a:solidFill>
              </a:rPr>
              <a:t>•  High Alert Fatigue: Security analysts spend 60%+ time on routine entity parsing instead of remediation.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9594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A192F"/>
                </a:solidFill>
              </a:rPr>
              <a:t>⚙️ ARCHITECTURE &amp; SYSTEM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4114800" cy="4023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A8E8"/>
                </a:solidFill>
              </a:rPr>
              <a:t>🖥️ ANALYST CONSOLE &amp; REST API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[Input Source]: </a:t>
            </a:r>
            <a:r>
              <a:rPr sz="900">
                <a:solidFill>
                  <a:srgbClr val="FFFFFF"/>
                </a:solidFill>
              </a:rPr>
              <a:t>Unstructured CTI (APT Reports, MISP Feeds)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[Active Feed]: </a:t>
            </a:r>
            <a:r>
              <a:rPr sz="900">
                <a:solidFill>
                  <a:srgbClr val="FFFFFF"/>
                </a:solidFill>
              </a:rPr>
              <a:t>APT29 Cozy Bear / Lazarus Campaign Report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[Extracted IOCs]: </a:t>
            </a:r>
            <a:r>
              <a:rPr sz="900">
                <a:solidFill>
                  <a:srgbClr val="FFFFFF"/>
                </a:solidFill>
              </a:rPr>
              <a:t>IP: 192.168.1.50 | SHA256: 4a3f8b... | CVE-2024-21413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[MITRE Tagged]: </a:t>
            </a:r>
            <a:r>
              <a:rPr sz="900">
                <a:solidFill>
                  <a:srgbClr val="FFFFFF"/>
                </a:solidFill>
              </a:rPr>
              <a:t>T1059 (Command &amp; Script) | T1566 (Phishing)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[KG Relations]: </a:t>
            </a:r>
            <a:r>
              <a:rPr sz="900">
                <a:solidFill>
                  <a:srgbClr val="FFFFFF"/>
                </a:solidFill>
              </a:rPr>
              <a:t>APT29 ──[uses]──&gt; Backdoor.CobaltStrike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[LLM Threat Brief]: </a:t>
            </a:r>
            <a:r>
              <a:rPr sz="900">
                <a:solidFill>
                  <a:srgbClr val="FFFFFF"/>
                </a:solidFill>
              </a:rPr>
              <a:t>"High risk: Nation-state actor targeting energy sector"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38BDF8"/>
                </a:solidFill>
              </a:rPr>
              <a:t>[API Endpoints]: </a:t>
            </a:r>
            <a:r>
              <a:rPr sz="900">
                <a:solidFill>
                  <a:srgbClr val="FFFFFF"/>
                </a:solidFill>
              </a:rPr>
              <a:t>POST /analyze | GET /threat_actor | GET /knowledge_graph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5303520"/>
            <a:ext cx="4206240" cy="594360"/>
          </a:xfrm>
          <a:prstGeom prst="roundRect">
            <a:avLst/>
          </a:prstGeom>
          <a:solidFill>
            <a:srgbClr val="0078D4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CTI ANALYSIS ENGINE (PIPELINE CORE)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6309360"/>
            <a:ext cx="1371600" cy="68580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92F"/>
                </a:solidFill>
              </a:rPr>
              <a:t>NLP &amp; NER
Extractor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6309360"/>
            <a:ext cx="1463040" cy="68580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92F"/>
                </a:solidFill>
              </a:rPr>
              <a:t>MITRE ATT&amp;CK
Classifier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6309360"/>
            <a:ext cx="1463040" cy="68580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92F"/>
                </a:solidFill>
              </a:rPr>
              <a:t>Knowledge Graph
&amp; LLM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745236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1F2937"/>
                </a:solidFill>
              </a:rPr>
              <a:t>Regex Patterns
+ spaCy Models
(IP, Hash, CVE)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74523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1F2937"/>
                </a:solidFill>
              </a:rPr>
              <a:t>100+ TTPs Database
Tactics TA0001-TA0043
Confidence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74523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1F2937"/>
                </a:solidFill>
              </a:rPr>
              <a:t>NetworkX Graph
Entity Linking
LLM Summarizer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8641080"/>
            <a:ext cx="4754880" cy="685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65F46"/>
                </a:solidFill>
              </a:rPr>
              <a:t>INTEGRATION LAYER: Flask REST API + Docker Microservice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9601200"/>
            <a:ext cx="9229039" cy="39319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969264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A192F"/>
                </a:solidFill>
              </a:rPr>
              <a:t>🚀 STEPS TAKEN TO EXECUTE CTI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014984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1: Requirements &amp; Threat Data Collection
</a:t>
            </a:r>
            <a:r>
              <a:rPr sz="950">
                <a:solidFill>
                  <a:srgbClr val="1F2937"/>
                </a:solidFill>
              </a:rPr>
              <a:t>  Surveyed SOC bottlenecks; ingested CTI corpora from MISP feeds, CTI-HAL benchmark dataset, and public cyber advisories to standardize raw input schemas.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2: Modular Pipeline &amp; NER Architecture
</a:t>
            </a:r>
            <a:r>
              <a:rPr sz="950">
                <a:solidFill>
                  <a:srgbClr val="1F2937"/>
                </a:solidFill>
              </a:rPr>
              <a:t>  Architected decoupled microservices for ingestion, feature extraction, entity linking, and queryable persistence with robust exception handling.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3: Automated IOC Extraction Engine
</a:t>
            </a:r>
            <a:r>
              <a:rPr sz="950">
                <a:solidFill>
                  <a:srgbClr val="1F2937"/>
                </a:solidFill>
              </a:rPr>
              <a:t>  Engineered hybrid NLP regex and spaCy tokenizers extracting IPv4/IPv6, SHA256/MD5 hashes, URLs, CVE numbers, malware names, and threat actors.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1014984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4: MITRE ATT&amp;CK TTP Classification
</a:t>
            </a:r>
            <a:r>
              <a:rPr sz="950">
                <a:solidFill>
                  <a:srgbClr val="1F2937"/>
                </a:solidFill>
              </a:rPr>
              <a:t>  Integrated 100+ Enterprise ATT&amp;CK techniques, tagging reports with Tactics (TA0001–TA0043) and Techniques (T1059, T1566) with confidence scores.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5: Knowledge Graph &amp; LLM Reasoning
</a:t>
            </a:r>
            <a:r>
              <a:rPr sz="950">
                <a:solidFill>
                  <a:srgbClr val="1F2937"/>
                </a:solidFill>
              </a:rPr>
              <a:t>  Constructed dynamic NetworkX graph modeling Actor-Uses-Malware-Targets-Sector graphs; integrated LLM for automated threat brief generation and Q&amp;A.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8D4"/>
                </a:solidFill>
              </a:rPr>
              <a:t>• Phase 6: REST API, Dockerization &amp; Validation
</a:t>
            </a:r>
            <a:r>
              <a:rPr sz="950">
                <a:solidFill>
                  <a:srgbClr val="1F2937"/>
                </a:solidFill>
              </a:rPr>
              <a:t>  Developed high-throughput Flask API endpoints (/analyze, /query), containerized with Docker, and evaluated on APT29/Lazarus benchmark reports.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1362456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A192F"/>
                </a:solidFill>
              </a:rPr>
              <a:t>💻 Terminal CLI /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1362456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A192F"/>
                </a:solidFill>
              </a:rPr>
              <a:t>🕸️ Knowledge Graph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362456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A192F"/>
                </a:solidFill>
              </a:rPr>
              <a:t>🛡️ MITRE ATT&amp;CK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362456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A192F"/>
                </a:solidFill>
              </a:rPr>
              <a:t>🐳 Docker 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4401800"/>
            <a:ext cx="9594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B5563"/>
                </a:solidFill>
              </a:rPr>
              <a:t>Department of MCA  •  Administrative Management College  •  A3 Poster Presentation for Project Expo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